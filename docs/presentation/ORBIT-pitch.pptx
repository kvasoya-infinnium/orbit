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6E8BFF">
              <a:alpha val="12000"/>
            </a:srgbClr>
          </a:solidFill>
          <a:ln w="12700">
            <a:solidFill>
              <a:srgbClr val="6E8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114800"/>
            <a:ext cx="5486400" cy="5486400"/>
          </a:xfrm>
          <a:prstGeom prst="ellipse">
            <a:avLst/>
          </a:prstGeom>
          <a:solidFill>
            <a:srgbClr val="34E3CF">
              <a:alpha val="10000"/>
            </a:srgbClr>
          </a:solidFill>
          <a:ln w="12700">
            <a:solidFill>
              <a:srgbClr val="34E3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4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investigation starts with the same wall.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lives in a dozen systems — eDiscovery and corporate investigations burn most of their hours just finding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349240" cy="1645920"/>
          </a:xfrm>
          <a:prstGeom prst="rect">
            <a:avLst/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06040"/>
            <a:ext cx="73152" cy="164592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926080"/>
            <a:ext cx="640080" cy="64008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3066898"/>
            <a:ext cx="358445" cy="35844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29352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0120" y="373075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Fileshares, Email, Slack, CRM, AWS, Azure, Notion — 10+ silos, each with its own UI, vocabulary, and permissions.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46520" y="2606040"/>
            <a:ext cx="5349240" cy="1645920"/>
          </a:xfrm>
          <a:prstGeom prst="rect">
            <a:avLst/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2606040"/>
            <a:ext cx="73152" cy="1645920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0" y="2926080"/>
            <a:ext cx="640080" cy="6400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378" y="3066898"/>
            <a:ext cx="358445" cy="35844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35240" y="29352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hunting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766560" y="373075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jump tool to tool, grep, export, copy-paste. One question becomes a half-day expedition.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0080" y="4434840"/>
            <a:ext cx="5349240" cy="1645920"/>
          </a:xfrm>
          <a:prstGeom prst="rect">
            <a:avLst/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4434840"/>
            <a:ext cx="73152" cy="1645920"/>
          </a:xfrm>
          <a:prstGeom prst="rect">
            <a:avLst/>
          </a:prstGeom>
          <a:solidFill>
            <a:srgbClr val="9A7BFF"/>
          </a:solidFill>
          <a:ln w="12700">
            <a:solidFill>
              <a:srgbClr val="9A7B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60120" y="4754880"/>
            <a:ext cx="640080" cy="640080"/>
          </a:xfrm>
          <a:prstGeom prst="ellipse">
            <a:avLst/>
          </a:prstGeom>
          <a:solidFill>
            <a:srgbClr val="9A7BFF"/>
          </a:solidFill>
          <a:ln w="12700">
            <a:solidFill>
              <a:srgbClr val="9A7BF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4895698"/>
            <a:ext cx="358445" cy="35844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28800" y="47640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context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960120" y="555955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salary in a fileshare, a chat in Slack, a ticket in a CRM — alone they mean nothing; together they tell the story.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446520" y="4434840"/>
            <a:ext cx="5349240" cy="1645920"/>
          </a:xfrm>
          <a:prstGeom prst="rect">
            <a:avLst/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46520" y="4434840"/>
            <a:ext cx="73152" cy="1645920"/>
          </a:xfrm>
          <a:prstGeom prst="rect">
            <a:avLst/>
          </a:prstGeom>
          <a:solidFill>
            <a:srgbClr val="34E3CF"/>
          </a:solidFill>
          <a:ln w="12700">
            <a:solidFill>
              <a:srgbClr val="34E3C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766560" y="4754880"/>
            <a:ext cx="640080" cy="640080"/>
          </a:xfrm>
          <a:prstGeom prst="ellipse">
            <a:avLst/>
          </a:prstGeom>
          <a:solidFill>
            <a:srgbClr val="34E3CF"/>
          </a:solidFill>
          <a:ln w="12700">
            <a:solidFill>
              <a:srgbClr val="34E3CF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378" y="4895698"/>
            <a:ext cx="358445" cy="35844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635240" y="47640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defensibility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6766560" y="555955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screenshots aren't an audit trail. Legal needs to know who searched what, when, with which credentials.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40080" y="61996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4E3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70% of investigation time is spent finding evidence — not analysing it.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286000"/>
            <a:ext cx="6400800" cy="6400800"/>
          </a:xfrm>
          <a:prstGeom prst="ellipse">
            <a:avLst/>
          </a:prstGeom>
          <a:solidFill>
            <a:srgbClr val="34E3CF">
              <a:alpha val="12000"/>
            </a:srgbClr>
          </a:solidFill>
          <a:ln w="12700">
            <a:solidFill>
              <a:srgbClr val="34E3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9A7BFF">
              <a:alpha val="10000"/>
            </a:srgbClr>
          </a:solidFill>
          <a:ln w="12700">
            <a:solidFill>
              <a:srgbClr val="9A7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4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E3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Ask once. Search everywhere. Cite everything.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discovery agent that fans your plain-English question across every connector at once and returns a single, fully-cited answer.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349240" cy="1645920"/>
          </a:xfrm>
          <a:prstGeom prst="rect">
            <a:avLst/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06040"/>
            <a:ext cx="73152" cy="1645920"/>
          </a:xfrm>
          <a:prstGeom prst="rect">
            <a:avLst/>
          </a:prstGeom>
          <a:solidFill>
            <a:srgbClr val="34E3CF"/>
          </a:solidFill>
          <a:ln w="12700">
            <a:solidFill>
              <a:srgbClr val="34E3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926080"/>
            <a:ext cx="640080" cy="640080"/>
          </a:xfrm>
          <a:prstGeom prst="ellipse">
            <a:avLst/>
          </a:prstGeom>
          <a:solidFill>
            <a:srgbClr val="34E3CF"/>
          </a:solidFill>
          <a:ln w="12700">
            <a:solidFill>
              <a:srgbClr val="34E3C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3066898"/>
            <a:ext cx="358445" cy="35844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29352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question, every system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0120" y="373075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connectors into your orbit, ask in plain English. ORBIT plans, fans out in parallel, ranks, and synthesises.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46520" y="2606040"/>
            <a:ext cx="5349240" cy="1645920"/>
          </a:xfrm>
          <a:prstGeom prst="rect">
            <a:avLst/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2606040"/>
            <a:ext cx="73152" cy="1645920"/>
          </a:xfrm>
          <a:prstGeom prst="rect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0" y="2926080"/>
            <a:ext cx="640080" cy="6400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378" y="3066898"/>
            <a:ext cx="358445" cy="35844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35240" y="29352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claim, cited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766560" y="373075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in the answer carries a clickable [source-id] that jumps to the exact document, message, or row.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0080" y="4434840"/>
            <a:ext cx="5349240" cy="1645920"/>
          </a:xfrm>
          <a:prstGeom prst="rect">
            <a:avLst/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4434840"/>
            <a:ext cx="73152" cy="1645920"/>
          </a:xfrm>
          <a:prstGeom prst="rect">
            <a:avLst/>
          </a:prstGeom>
          <a:solidFill>
            <a:srgbClr val="6E8BFF"/>
          </a:solidFill>
          <a:ln w="12700">
            <a:solidFill>
              <a:srgbClr val="6E8B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60120" y="4754880"/>
            <a:ext cx="640080" cy="640080"/>
          </a:xfrm>
          <a:prstGeom prst="ellipse">
            <a:avLst/>
          </a:prstGeom>
          <a:solidFill>
            <a:srgbClr val="6E8BFF"/>
          </a:solidFill>
          <a:ln w="12700">
            <a:solidFill>
              <a:srgbClr val="6E8BF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4895698"/>
            <a:ext cx="358445" cy="35844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28800" y="47640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connectors, drag-and-drop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960120" y="555955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Fileshare · Email · Slack · Zoho CRM · Azure Blob — and a roadmap of 20+ more. Multiple instances per type.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446520" y="4434840"/>
            <a:ext cx="5349240" cy="1645920"/>
          </a:xfrm>
          <a:prstGeom prst="rect">
            <a:avLst/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46520" y="4434840"/>
            <a:ext cx="73152" cy="1645920"/>
          </a:xfrm>
          <a:prstGeom prst="rect">
            <a:avLst/>
          </a:prstGeom>
          <a:solidFill>
            <a:srgbClr val="9A7BFF"/>
          </a:solidFill>
          <a:ln w="12700">
            <a:solidFill>
              <a:srgbClr val="9A7BF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766560" y="4754880"/>
            <a:ext cx="640080" cy="640080"/>
          </a:xfrm>
          <a:prstGeom prst="ellipse">
            <a:avLst/>
          </a:prstGeom>
          <a:solidFill>
            <a:srgbClr val="9A7BFF"/>
          </a:solidFill>
          <a:ln w="12700">
            <a:solidFill>
              <a:srgbClr val="9A7BFF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378" y="4895698"/>
            <a:ext cx="358445" cy="35844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635240" y="476402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by design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6766560" y="5559552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query, credential snapshot, and result is logged for the audit trail and exportable to CSV or JSON.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40080" y="6199632"/>
            <a:ext cx="2044598" cy="384048"/>
          </a:xfrm>
          <a:prstGeom prst="roundRect">
            <a:avLst>
              <a:gd name="adj" fmla="val 42857"/>
            </a:avLst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0080" y="6199632"/>
            <a:ext cx="20445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34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2849270" y="6199632"/>
            <a:ext cx="2044598" cy="384048"/>
          </a:xfrm>
          <a:prstGeom prst="roundRect">
            <a:avLst>
              <a:gd name="adj" fmla="val 42857"/>
            </a:avLst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849270" y="6199632"/>
            <a:ext cx="20445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34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5058461" y="6199632"/>
            <a:ext cx="2044598" cy="384048"/>
          </a:xfrm>
          <a:prstGeom prst="roundRect">
            <a:avLst>
              <a:gd name="adj" fmla="val 42857"/>
            </a:avLst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058461" y="6199632"/>
            <a:ext cx="20445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34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7267651" y="6199632"/>
            <a:ext cx="2044598" cy="384048"/>
          </a:xfrm>
          <a:prstGeom prst="roundRect">
            <a:avLst>
              <a:gd name="adj" fmla="val 42857"/>
            </a:avLst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267651" y="6199632"/>
            <a:ext cx="20445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34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9476842" y="6199632"/>
            <a:ext cx="2044598" cy="384048"/>
          </a:xfrm>
          <a:prstGeom prst="roundRect">
            <a:avLst>
              <a:gd name="adj" fmla="val 42857"/>
            </a:avLst>
          </a:prstGeom>
          <a:solidFill>
            <a:srgbClr val="141B36"/>
          </a:solidFill>
          <a:ln w="9525">
            <a:solidFill>
              <a:srgbClr val="2A336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9476842" y="6199632"/>
            <a:ext cx="20445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34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 — Unified Discovery Agent</dc:title>
  <dc:subject>PptxGenJS Presentation</dc:subject>
  <dc:creator>ORBIT Team</dc:creator>
  <cp:lastModifiedBy>ORBIT Team</cp:lastModifiedBy>
  <cp:revision>1</cp:revision>
  <dcterms:created xsi:type="dcterms:W3CDTF">2026-06-03T13:26:20Z</dcterms:created>
  <dcterms:modified xsi:type="dcterms:W3CDTF">2026-06-03T13:26:20Z</dcterms:modified>
</cp:coreProperties>
</file>